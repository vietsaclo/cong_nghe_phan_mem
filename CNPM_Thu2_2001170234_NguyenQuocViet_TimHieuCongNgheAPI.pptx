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1C00C-41F0-439A-9C34-D60D10B549C1}" type="datetimeFigureOut">
              <a:rPr lang="en-US" smtClean="0"/>
              <a:t>10/05/2020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8EFF8-E187-4C9F-9E2A-93C6BD899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F2D2F-C7C2-4919-B358-E70B6B648AEA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9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227E8-7495-4841-A517-B02ED0CF96A4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0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68E12-1A08-4154-9802-4A00FC23BE03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6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45638-C91C-4130-82DE-20EC957908B7}" type="datetime1">
              <a:rPr lang="en-US" smtClean="0"/>
              <a:t>10/05/2020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0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0F161-9828-42A8-9589-7B29A9CE98CD}" type="datetime1">
              <a:rPr lang="en-US" smtClean="0"/>
              <a:t>10/05/2020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8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DA66-1BC6-494F-85B5-E2B12FB3D060}" type="datetime1">
              <a:rPr lang="en-US" smtClean="0"/>
              <a:t>10/05/2020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5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703E4-1691-4442-A566-1B78B666B3E5}" type="datetime1">
              <a:rPr lang="en-US" smtClean="0"/>
              <a:t>10/05/2020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942694"/>
            <a:ext cx="1219200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219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100F5-14BA-4885-BCCE-D82613779CA9}" type="datetime1">
              <a:rPr lang="en-US" smtClean="0"/>
              <a:t>10/05/2020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6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E6262-0092-4A37-8C7E-9C75C2D92093}" type="datetime1">
              <a:rPr lang="en-US" smtClean="0"/>
              <a:t>10/05/2020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7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36215-863F-4F32-BA4E-863B10922572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0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7F48-AB73-4A2C-8F86-697C1991665A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0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53FFF-A46C-490F-8D6F-5D80A80DB583}" type="datetime1">
              <a:rPr lang="en-US" smtClean="0"/>
              <a:t>10/05/2020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30C6C-B8CF-4EBE-81BD-976BB8B78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3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dingmadesimple.com/2015/01/convert-mysql-to-json-using-php.html" TargetMode="External"/><Relationship Id="rId2" Type="http://schemas.openxmlformats.org/officeDocument/2006/relationships/hyperlink" Target="https://viblo.asia/p/api-la-gi-nhung-dac-diem-noi-bat-cua-web-api-Qpmle9L9lrd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drive/folders/1fjI1xLKHYMYV_uGNiUZzHU8d8z4lbCyS" TargetMode="External"/><Relationship Id="rId4" Type="http://schemas.openxmlformats.org/officeDocument/2006/relationships/hyperlink" Target="https://drive.google.com/open?id=1w7GRMMHK_EFUX0vBu6K4kvg-Ba7rOmR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55429" y="1199488"/>
            <a:ext cx="369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 smtClean="0">
                <a:solidFill>
                  <a:srgbClr val="C00000"/>
                </a:solidFill>
              </a:rPr>
              <a:t>Môn: Công Nghệ Phần Mềm</a:t>
            </a:r>
            <a:endParaRPr lang="en-US" spc="3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9870" y="354843"/>
            <a:ext cx="9539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accent4">
                    <a:lumMod val="75000"/>
                  </a:schemeClr>
                </a:solidFill>
              </a:rPr>
              <a:t>BÁO CÁO BÀI TẬP TIỂU LUẬN</a:t>
            </a:r>
            <a:endParaRPr lang="en-US" sz="4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4847770" y="6386286"/>
            <a:ext cx="7344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600" dirty="0" smtClean="0">
                <a:solidFill>
                  <a:srgbClr val="002060"/>
                </a:solidFill>
              </a:rPr>
              <a:t>Dại Học Công Nghiệp Thực Phẩm TP.HCM</a:t>
            </a:r>
            <a:endParaRPr lang="en-US" sz="2000" spc="600" dirty="0">
              <a:solidFill>
                <a:srgbClr val="00206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7420" y="6322396"/>
            <a:ext cx="215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002060"/>
                </a:solidFill>
              </a:rPr>
              <a:t>Năm Học: 05/2020</a:t>
            </a:r>
            <a:endParaRPr lang="en-US" b="1" i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2263" y="1337479"/>
            <a:ext cx="82705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</a:rPr>
              <a:t>Nguyễn Quốc Việt (Nhóm Trưởng).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</a:rPr>
              <a:t>Nguyễn Trần Gia Tuấn.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Bùi Vũ Trường</a:t>
            </a: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</a:rPr>
              <a:t>Trần Bảo Long.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smtClean="0">
                <a:solidFill>
                  <a:schemeClr val="accent5">
                    <a:lumMod val="50000"/>
                  </a:schemeClr>
                </a:solidFill>
              </a:rPr>
              <a:t>Lý Xuân Thành.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080681" y="1199488"/>
            <a:ext cx="767004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493" y="2238484"/>
            <a:ext cx="5563136" cy="3971853"/>
          </a:xfrm>
          <a:prstGeom prst="rect">
            <a:avLst/>
          </a:prstGeom>
        </p:spPr>
      </p:pic>
      <p:sp>
        <p:nvSpPr>
          <p:cNvPr id="27" name="Freeform 26"/>
          <p:cNvSpPr/>
          <p:nvPr/>
        </p:nvSpPr>
        <p:spPr>
          <a:xfrm>
            <a:off x="5235494" y="2184893"/>
            <a:ext cx="5563136" cy="4054476"/>
          </a:xfrm>
          <a:custGeom>
            <a:avLst/>
            <a:gdLst>
              <a:gd name="connsiteX0" fmla="*/ 8526510 w 8819445"/>
              <a:gd name="connsiteY0" fmla="*/ 54592 h 2928190"/>
              <a:gd name="connsiteX1" fmla="*/ 8457005 w 8819445"/>
              <a:gd name="connsiteY1" fmla="*/ 2741523 h 2928190"/>
              <a:gd name="connsiteX2" fmla="*/ 8665521 w 8819445"/>
              <a:gd name="connsiteY2" fmla="*/ 2741523 h 2928190"/>
              <a:gd name="connsiteX3" fmla="*/ 8735026 w 8819445"/>
              <a:gd name="connsiteY3" fmla="*/ 54592 h 2928190"/>
              <a:gd name="connsiteX4" fmla="*/ 8262887 w 8819445"/>
              <a:gd name="connsiteY4" fmla="*/ 54592 h 2928190"/>
              <a:gd name="connsiteX5" fmla="*/ 8193382 w 8819445"/>
              <a:gd name="connsiteY5" fmla="*/ 2741523 h 2928190"/>
              <a:gd name="connsiteX6" fmla="*/ 8401898 w 8819445"/>
              <a:gd name="connsiteY6" fmla="*/ 2741523 h 2928190"/>
              <a:gd name="connsiteX7" fmla="*/ 8471403 w 8819445"/>
              <a:gd name="connsiteY7" fmla="*/ 54592 h 2928190"/>
              <a:gd name="connsiteX8" fmla="*/ 7984866 w 8819445"/>
              <a:gd name="connsiteY8" fmla="*/ 54592 h 2928190"/>
              <a:gd name="connsiteX9" fmla="*/ 7915361 w 8819445"/>
              <a:gd name="connsiteY9" fmla="*/ 2741523 h 2928190"/>
              <a:gd name="connsiteX10" fmla="*/ 8123877 w 8819445"/>
              <a:gd name="connsiteY10" fmla="*/ 2741523 h 2928190"/>
              <a:gd name="connsiteX11" fmla="*/ 8193382 w 8819445"/>
              <a:gd name="connsiteY11" fmla="*/ 54592 h 2928190"/>
              <a:gd name="connsiteX12" fmla="*/ 7721243 w 8819445"/>
              <a:gd name="connsiteY12" fmla="*/ 54592 h 2928190"/>
              <a:gd name="connsiteX13" fmla="*/ 7651738 w 8819445"/>
              <a:gd name="connsiteY13" fmla="*/ 2741523 h 2928190"/>
              <a:gd name="connsiteX14" fmla="*/ 7860254 w 8819445"/>
              <a:gd name="connsiteY14" fmla="*/ 2741523 h 2928190"/>
              <a:gd name="connsiteX15" fmla="*/ 7929759 w 8819445"/>
              <a:gd name="connsiteY15" fmla="*/ 54592 h 2928190"/>
              <a:gd name="connsiteX16" fmla="*/ 7443222 w 8819445"/>
              <a:gd name="connsiteY16" fmla="*/ 54592 h 2928190"/>
              <a:gd name="connsiteX17" fmla="*/ 7373717 w 8819445"/>
              <a:gd name="connsiteY17" fmla="*/ 2741523 h 2928190"/>
              <a:gd name="connsiteX18" fmla="*/ 7582233 w 8819445"/>
              <a:gd name="connsiteY18" fmla="*/ 2741523 h 2928190"/>
              <a:gd name="connsiteX19" fmla="*/ 7651738 w 8819445"/>
              <a:gd name="connsiteY19" fmla="*/ 54592 h 2928190"/>
              <a:gd name="connsiteX20" fmla="*/ 7179599 w 8819445"/>
              <a:gd name="connsiteY20" fmla="*/ 54592 h 2928190"/>
              <a:gd name="connsiteX21" fmla="*/ 7110094 w 8819445"/>
              <a:gd name="connsiteY21" fmla="*/ 2741523 h 2928190"/>
              <a:gd name="connsiteX22" fmla="*/ 7318610 w 8819445"/>
              <a:gd name="connsiteY22" fmla="*/ 2741523 h 2928190"/>
              <a:gd name="connsiteX23" fmla="*/ 7388115 w 8819445"/>
              <a:gd name="connsiteY23" fmla="*/ 54592 h 2928190"/>
              <a:gd name="connsiteX24" fmla="*/ 6901578 w 8819445"/>
              <a:gd name="connsiteY24" fmla="*/ 54592 h 2928190"/>
              <a:gd name="connsiteX25" fmla="*/ 6832073 w 8819445"/>
              <a:gd name="connsiteY25" fmla="*/ 2741523 h 2928190"/>
              <a:gd name="connsiteX26" fmla="*/ 7040589 w 8819445"/>
              <a:gd name="connsiteY26" fmla="*/ 2741523 h 2928190"/>
              <a:gd name="connsiteX27" fmla="*/ 7110094 w 8819445"/>
              <a:gd name="connsiteY27" fmla="*/ 54592 h 2928190"/>
              <a:gd name="connsiteX28" fmla="*/ 6637955 w 8819445"/>
              <a:gd name="connsiteY28" fmla="*/ 54592 h 2928190"/>
              <a:gd name="connsiteX29" fmla="*/ 6568450 w 8819445"/>
              <a:gd name="connsiteY29" fmla="*/ 2741523 h 2928190"/>
              <a:gd name="connsiteX30" fmla="*/ 6776966 w 8819445"/>
              <a:gd name="connsiteY30" fmla="*/ 2741523 h 2928190"/>
              <a:gd name="connsiteX31" fmla="*/ 6846471 w 8819445"/>
              <a:gd name="connsiteY31" fmla="*/ 54592 h 2928190"/>
              <a:gd name="connsiteX32" fmla="*/ 6359934 w 8819445"/>
              <a:gd name="connsiteY32" fmla="*/ 54592 h 2928190"/>
              <a:gd name="connsiteX33" fmla="*/ 6290429 w 8819445"/>
              <a:gd name="connsiteY33" fmla="*/ 2741523 h 2928190"/>
              <a:gd name="connsiteX34" fmla="*/ 6498945 w 8819445"/>
              <a:gd name="connsiteY34" fmla="*/ 2741523 h 2928190"/>
              <a:gd name="connsiteX35" fmla="*/ 6568450 w 8819445"/>
              <a:gd name="connsiteY35" fmla="*/ 54592 h 2928190"/>
              <a:gd name="connsiteX36" fmla="*/ 6096311 w 8819445"/>
              <a:gd name="connsiteY36" fmla="*/ 54592 h 2928190"/>
              <a:gd name="connsiteX37" fmla="*/ 6026806 w 8819445"/>
              <a:gd name="connsiteY37" fmla="*/ 2741523 h 2928190"/>
              <a:gd name="connsiteX38" fmla="*/ 6235322 w 8819445"/>
              <a:gd name="connsiteY38" fmla="*/ 2741523 h 2928190"/>
              <a:gd name="connsiteX39" fmla="*/ 6304827 w 8819445"/>
              <a:gd name="connsiteY39" fmla="*/ 54592 h 2928190"/>
              <a:gd name="connsiteX40" fmla="*/ 5818290 w 8819445"/>
              <a:gd name="connsiteY40" fmla="*/ 54592 h 2928190"/>
              <a:gd name="connsiteX41" fmla="*/ 5748785 w 8819445"/>
              <a:gd name="connsiteY41" fmla="*/ 2741523 h 2928190"/>
              <a:gd name="connsiteX42" fmla="*/ 5957301 w 8819445"/>
              <a:gd name="connsiteY42" fmla="*/ 2741523 h 2928190"/>
              <a:gd name="connsiteX43" fmla="*/ 6026806 w 8819445"/>
              <a:gd name="connsiteY43" fmla="*/ 54592 h 2928190"/>
              <a:gd name="connsiteX44" fmla="*/ 5554667 w 8819445"/>
              <a:gd name="connsiteY44" fmla="*/ 54592 h 2928190"/>
              <a:gd name="connsiteX45" fmla="*/ 5485162 w 8819445"/>
              <a:gd name="connsiteY45" fmla="*/ 2741523 h 2928190"/>
              <a:gd name="connsiteX46" fmla="*/ 5693678 w 8819445"/>
              <a:gd name="connsiteY46" fmla="*/ 2741523 h 2928190"/>
              <a:gd name="connsiteX47" fmla="*/ 5763183 w 8819445"/>
              <a:gd name="connsiteY47" fmla="*/ 54592 h 2928190"/>
              <a:gd name="connsiteX48" fmla="*/ 5276646 w 8819445"/>
              <a:gd name="connsiteY48" fmla="*/ 54592 h 2928190"/>
              <a:gd name="connsiteX49" fmla="*/ 5207141 w 8819445"/>
              <a:gd name="connsiteY49" fmla="*/ 2741523 h 2928190"/>
              <a:gd name="connsiteX50" fmla="*/ 5415657 w 8819445"/>
              <a:gd name="connsiteY50" fmla="*/ 2741523 h 2928190"/>
              <a:gd name="connsiteX51" fmla="*/ 5485162 w 8819445"/>
              <a:gd name="connsiteY51" fmla="*/ 54592 h 2928190"/>
              <a:gd name="connsiteX52" fmla="*/ 5013023 w 8819445"/>
              <a:gd name="connsiteY52" fmla="*/ 54592 h 2928190"/>
              <a:gd name="connsiteX53" fmla="*/ 4943518 w 8819445"/>
              <a:gd name="connsiteY53" fmla="*/ 2741523 h 2928190"/>
              <a:gd name="connsiteX54" fmla="*/ 5152034 w 8819445"/>
              <a:gd name="connsiteY54" fmla="*/ 2741523 h 2928190"/>
              <a:gd name="connsiteX55" fmla="*/ 5221539 w 8819445"/>
              <a:gd name="connsiteY55" fmla="*/ 54592 h 2928190"/>
              <a:gd name="connsiteX56" fmla="*/ 4735002 w 8819445"/>
              <a:gd name="connsiteY56" fmla="*/ 54592 h 2928190"/>
              <a:gd name="connsiteX57" fmla="*/ 4665497 w 8819445"/>
              <a:gd name="connsiteY57" fmla="*/ 2741523 h 2928190"/>
              <a:gd name="connsiteX58" fmla="*/ 4874013 w 8819445"/>
              <a:gd name="connsiteY58" fmla="*/ 2741523 h 2928190"/>
              <a:gd name="connsiteX59" fmla="*/ 4943518 w 8819445"/>
              <a:gd name="connsiteY59" fmla="*/ 54592 h 2928190"/>
              <a:gd name="connsiteX60" fmla="*/ 4471379 w 8819445"/>
              <a:gd name="connsiteY60" fmla="*/ 54592 h 2928190"/>
              <a:gd name="connsiteX61" fmla="*/ 4401874 w 8819445"/>
              <a:gd name="connsiteY61" fmla="*/ 2741523 h 2928190"/>
              <a:gd name="connsiteX62" fmla="*/ 4610390 w 8819445"/>
              <a:gd name="connsiteY62" fmla="*/ 2741523 h 2928190"/>
              <a:gd name="connsiteX63" fmla="*/ 4679895 w 8819445"/>
              <a:gd name="connsiteY63" fmla="*/ 54592 h 2928190"/>
              <a:gd name="connsiteX64" fmla="*/ 4179228 w 8819445"/>
              <a:gd name="connsiteY64" fmla="*/ 54592 h 2928190"/>
              <a:gd name="connsiteX65" fmla="*/ 4109723 w 8819445"/>
              <a:gd name="connsiteY65" fmla="*/ 2741523 h 2928190"/>
              <a:gd name="connsiteX66" fmla="*/ 4318239 w 8819445"/>
              <a:gd name="connsiteY66" fmla="*/ 2741523 h 2928190"/>
              <a:gd name="connsiteX67" fmla="*/ 4387744 w 8819445"/>
              <a:gd name="connsiteY67" fmla="*/ 54592 h 2928190"/>
              <a:gd name="connsiteX68" fmla="*/ 3915605 w 8819445"/>
              <a:gd name="connsiteY68" fmla="*/ 54592 h 2928190"/>
              <a:gd name="connsiteX69" fmla="*/ 3846100 w 8819445"/>
              <a:gd name="connsiteY69" fmla="*/ 2741523 h 2928190"/>
              <a:gd name="connsiteX70" fmla="*/ 4054616 w 8819445"/>
              <a:gd name="connsiteY70" fmla="*/ 2741523 h 2928190"/>
              <a:gd name="connsiteX71" fmla="*/ 4124121 w 8819445"/>
              <a:gd name="connsiteY71" fmla="*/ 54592 h 2928190"/>
              <a:gd name="connsiteX72" fmla="*/ 3637584 w 8819445"/>
              <a:gd name="connsiteY72" fmla="*/ 54592 h 2928190"/>
              <a:gd name="connsiteX73" fmla="*/ 3568079 w 8819445"/>
              <a:gd name="connsiteY73" fmla="*/ 2741523 h 2928190"/>
              <a:gd name="connsiteX74" fmla="*/ 3776595 w 8819445"/>
              <a:gd name="connsiteY74" fmla="*/ 2741523 h 2928190"/>
              <a:gd name="connsiteX75" fmla="*/ 3846100 w 8819445"/>
              <a:gd name="connsiteY75" fmla="*/ 54592 h 2928190"/>
              <a:gd name="connsiteX76" fmla="*/ 3373961 w 8819445"/>
              <a:gd name="connsiteY76" fmla="*/ 54592 h 2928190"/>
              <a:gd name="connsiteX77" fmla="*/ 3304456 w 8819445"/>
              <a:gd name="connsiteY77" fmla="*/ 2741523 h 2928190"/>
              <a:gd name="connsiteX78" fmla="*/ 3512972 w 8819445"/>
              <a:gd name="connsiteY78" fmla="*/ 2741523 h 2928190"/>
              <a:gd name="connsiteX79" fmla="*/ 3582477 w 8819445"/>
              <a:gd name="connsiteY79" fmla="*/ 54592 h 2928190"/>
              <a:gd name="connsiteX80" fmla="*/ 3095940 w 8819445"/>
              <a:gd name="connsiteY80" fmla="*/ 54592 h 2928190"/>
              <a:gd name="connsiteX81" fmla="*/ 3026435 w 8819445"/>
              <a:gd name="connsiteY81" fmla="*/ 2741523 h 2928190"/>
              <a:gd name="connsiteX82" fmla="*/ 3234951 w 8819445"/>
              <a:gd name="connsiteY82" fmla="*/ 2741523 h 2928190"/>
              <a:gd name="connsiteX83" fmla="*/ 3304456 w 8819445"/>
              <a:gd name="connsiteY83" fmla="*/ 54592 h 2928190"/>
              <a:gd name="connsiteX84" fmla="*/ 2832317 w 8819445"/>
              <a:gd name="connsiteY84" fmla="*/ 54592 h 2928190"/>
              <a:gd name="connsiteX85" fmla="*/ 2762812 w 8819445"/>
              <a:gd name="connsiteY85" fmla="*/ 2741523 h 2928190"/>
              <a:gd name="connsiteX86" fmla="*/ 2971328 w 8819445"/>
              <a:gd name="connsiteY86" fmla="*/ 2741523 h 2928190"/>
              <a:gd name="connsiteX87" fmla="*/ 3040833 w 8819445"/>
              <a:gd name="connsiteY87" fmla="*/ 54592 h 2928190"/>
              <a:gd name="connsiteX88" fmla="*/ 2559000 w 8819445"/>
              <a:gd name="connsiteY88" fmla="*/ 54592 h 2928190"/>
              <a:gd name="connsiteX89" fmla="*/ 2489495 w 8819445"/>
              <a:gd name="connsiteY89" fmla="*/ 2741523 h 2928190"/>
              <a:gd name="connsiteX90" fmla="*/ 2698011 w 8819445"/>
              <a:gd name="connsiteY90" fmla="*/ 2741523 h 2928190"/>
              <a:gd name="connsiteX91" fmla="*/ 2767516 w 8819445"/>
              <a:gd name="connsiteY91" fmla="*/ 54592 h 2928190"/>
              <a:gd name="connsiteX92" fmla="*/ 2290673 w 8819445"/>
              <a:gd name="connsiteY92" fmla="*/ 54592 h 2928190"/>
              <a:gd name="connsiteX93" fmla="*/ 2221168 w 8819445"/>
              <a:gd name="connsiteY93" fmla="*/ 2741523 h 2928190"/>
              <a:gd name="connsiteX94" fmla="*/ 2429684 w 8819445"/>
              <a:gd name="connsiteY94" fmla="*/ 2741523 h 2928190"/>
              <a:gd name="connsiteX95" fmla="*/ 2499189 w 8819445"/>
              <a:gd name="connsiteY95" fmla="*/ 54592 h 2928190"/>
              <a:gd name="connsiteX96" fmla="*/ 2012652 w 8819445"/>
              <a:gd name="connsiteY96" fmla="*/ 54592 h 2928190"/>
              <a:gd name="connsiteX97" fmla="*/ 1943147 w 8819445"/>
              <a:gd name="connsiteY97" fmla="*/ 2741523 h 2928190"/>
              <a:gd name="connsiteX98" fmla="*/ 2151663 w 8819445"/>
              <a:gd name="connsiteY98" fmla="*/ 2741523 h 2928190"/>
              <a:gd name="connsiteX99" fmla="*/ 2221168 w 8819445"/>
              <a:gd name="connsiteY99" fmla="*/ 54592 h 2928190"/>
              <a:gd name="connsiteX100" fmla="*/ 1749029 w 8819445"/>
              <a:gd name="connsiteY100" fmla="*/ 54592 h 2928190"/>
              <a:gd name="connsiteX101" fmla="*/ 1679524 w 8819445"/>
              <a:gd name="connsiteY101" fmla="*/ 2741523 h 2928190"/>
              <a:gd name="connsiteX102" fmla="*/ 1888040 w 8819445"/>
              <a:gd name="connsiteY102" fmla="*/ 2741523 h 2928190"/>
              <a:gd name="connsiteX103" fmla="*/ 1957545 w 8819445"/>
              <a:gd name="connsiteY103" fmla="*/ 54592 h 2928190"/>
              <a:gd name="connsiteX104" fmla="*/ 1471008 w 8819445"/>
              <a:gd name="connsiteY104" fmla="*/ 54592 h 2928190"/>
              <a:gd name="connsiteX105" fmla="*/ 1401503 w 8819445"/>
              <a:gd name="connsiteY105" fmla="*/ 2741523 h 2928190"/>
              <a:gd name="connsiteX106" fmla="*/ 1610019 w 8819445"/>
              <a:gd name="connsiteY106" fmla="*/ 2741523 h 2928190"/>
              <a:gd name="connsiteX107" fmla="*/ 1679524 w 8819445"/>
              <a:gd name="connsiteY107" fmla="*/ 54592 h 2928190"/>
              <a:gd name="connsiteX108" fmla="*/ 1207385 w 8819445"/>
              <a:gd name="connsiteY108" fmla="*/ 54592 h 2928190"/>
              <a:gd name="connsiteX109" fmla="*/ 1137880 w 8819445"/>
              <a:gd name="connsiteY109" fmla="*/ 2741523 h 2928190"/>
              <a:gd name="connsiteX110" fmla="*/ 1346396 w 8819445"/>
              <a:gd name="connsiteY110" fmla="*/ 2741523 h 2928190"/>
              <a:gd name="connsiteX111" fmla="*/ 1415901 w 8819445"/>
              <a:gd name="connsiteY111" fmla="*/ 54592 h 2928190"/>
              <a:gd name="connsiteX112" fmla="*/ 929364 w 8819445"/>
              <a:gd name="connsiteY112" fmla="*/ 54592 h 2928190"/>
              <a:gd name="connsiteX113" fmla="*/ 859860 w 8819445"/>
              <a:gd name="connsiteY113" fmla="*/ 2741523 h 2928190"/>
              <a:gd name="connsiteX114" fmla="*/ 1068375 w 8819445"/>
              <a:gd name="connsiteY114" fmla="*/ 2741523 h 2928190"/>
              <a:gd name="connsiteX115" fmla="*/ 1137880 w 8819445"/>
              <a:gd name="connsiteY115" fmla="*/ 54592 h 2928190"/>
              <a:gd name="connsiteX116" fmla="*/ 665741 w 8819445"/>
              <a:gd name="connsiteY116" fmla="*/ 54592 h 2928190"/>
              <a:gd name="connsiteX117" fmla="*/ 596237 w 8819445"/>
              <a:gd name="connsiteY117" fmla="*/ 2741523 h 2928190"/>
              <a:gd name="connsiteX118" fmla="*/ 804752 w 8819445"/>
              <a:gd name="connsiteY118" fmla="*/ 2741523 h 2928190"/>
              <a:gd name="connsiteX119" fmla="*/ 874258 w 8819445"/>
              <a:gd name="connsiteY119" fmla="*/ 54592 h 2928190"/>
              <a:gd name="connsiteX120" fmla="*/ 387720 w 8819445"/>
              <a:gd name="connsiteY120" fmla="*/ 54592 h 2928190"/>
              <a:gd name="connsiteX121" fmla="*/ 318216 w 8819445"/>
              <a:gd name="connsiteY121" fmla="*/ 2741523 h 2928190"/>
              <a:gd name="connsiteX122" fmla="*/ 526731 w 8819445"/>
              <a:gd name="connsiteY122" fmla="*/ 2741523 h 2928190"/>
              <a:gd name="connsiteX123" fmla="*/ 596237 w 8819445"/>
              <a:gd name="connsiteY123" fmla="*/ 54592 h 2928190"/>
              <a:gd name="connsiteX124" fmla="*/ 124098 w 8819445"/>
              <a:gd name="connsiteY124" fmla="*/ 54592 h 2928190"/>
              <a:gd name="connsiteX125" fmla="*/ 54592 w 8819445"/>
              <a:gd name="connsiteY125" fmla="*/ 2741523 h 2928190"/>
              <a:gd name="connsiteX126" fmla="*/ 263108 w 8819445"/>
              <a:gd name="connsiteY126" fmla="*/ 2741523 h 2928190"/>
              <a:gd name="connsiteX127" fmla="*/ 332613 w 8819445"/>
              <a:gd name="connsiteY127" fmla="*/ 54592 h 2928190"/>
              <a:gd name="connsiteX128" fmla="*/ 0 w 8819445"/>
              <a:gd name="connsiteY128" fmla="*/ 0 h 2928190"/>
              <a:gd name="connsiteX129" fmla="*/ 8819445 w 8819445"/>
              <a:gd name="connsiteY129" fmla="*/ 0 h 2928190"/>
              <a:gd name="connsiteX130" fmla="*/ 8819445 w 8819445"/>
              <a:gd name="connsiteY130" fmla="*/ 2928190 h 2928190"/>
              <a:gd name="connsiteX131" fmla="*/ 0 w 8819445"/>
              <a:gd name="connsiteY131" fmla="*/ 2928190 h 292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8819445" h="2928190">
                <a:moveTo>
                  <a:pt x="8526510" y="54592"/>
                </a:moveTo>
                <a:lnTo>
                  <a:pt x="8457005" y="2741523"/>
                </a:lnTo>
                <a:lnTo>
                  <a:pt x="8665521" y="2741523"/>
                </a:lnTo>
                <a:lnTo>
                  <a:pt x="8735026" y="54592"/>
                </a:lnTo>
                <a:close/>
                <a:moveTo>
                  <a:pt x="8262887" y="54592"/>
                </a:moveTo>
                <a:lnTo>
                  <a:pt x="8193382" y="2741523"/>
                </a:lnTo>
                <a:lnTo>
                  <a:pt x="8401898" y="2741523"/>
                </a:lnTo>
                <a:lnTo>
                  <a:pt x="8471403" y="54592"/>
                </a:lnTo>
                <a:close/>
                <a:moveTo>
                  <a:pt x="7984866" y="54592"/>
                </a:moveTo>
                <a:lnTo>
                  <a:pt x="7915361" y="2741523"/>
                </a:lnTo>
                <a:lnTo>
                  <a:pt x="8123877" y="2741523"/>
                </a:lnTo>
                <a:lnTo>
                  <a:pt x="8193382" y="54592"/>
                </a:lnTo>
                <a:close/>
                <a:moveTo>
                  <a:pt x="7721243" y="54592"/>
                </a:moveTo>
                <a:lnTo>
                  <a:pt x="7651738" y="2741523"/>
                </a:lnTo>
                <a:lnTo>
                  <a:pt x="7860254" y="2741523"/>
                </a:lnTo>
                <a:lnTo>
                  <a:pt x="7929759" y="54592"/>
                </a:lnTo>
                <a:close/>
                <a:moveTo>
                  <a:pt x="7443222" y="54592"/>
                </a:moveTo>
                <a:lnTo>
                  <a:pt x="7373717" y="2741523"/>
                </a:lnTo>
                <a:lnTo>
                  <a:pt x="7582233" y="2741523"/>
                </a:lnTo>
                <a:lnTo>
                  <a:pt x="7651738" y="54592"/>
                </a:lnTo>
                <a:close/>
                <a:moveTo>
                  <a:pt x="7179599" y="54592"/>
                </a:moveTo>
                <a:lnTo>
                  <a:pt x="7110094" y="2741523"/>
                </a:lnTo>
                <a:lnTo>
                  <a:pt x="7318610" y="2741523"/>
                </a:lnTo>
                <a:lnTo>
                  <a:pt x="7388115" y="54592"/>
                </a:lnTo>
                <a:close/>
                <a:moveTo>
                  <a:pt x="6901578" y="54592"/>
                </a:moveTo>
                <a:lnTo>
                  <a:pt x="6832073" y="2741523"/>
                </a:lnTo>
                <a:lnTo>
                  <a:pt x="7040589" y="2741523"/>
                </a:lnTo>
                <a:lnTo>
                  <a:pt x="7110094" y="54592"/>
                </a:lnTo>
                <a:close/>
                <a:moveTo>
                  <a:pt x="6637955" y="54592"/>
                </a:moveTo>
                <a:lnTo>
                  <a:pt x="6568450" y="2741523"/>
                </a:lnTo>
                <a:lnTo>
                  <a:pt x="6776966" y="2741523"/>
                </a:lnTo>
                <a:lnTo>
                  <a:pt x="6846471" y="54592"/>
                </a:lnTo>
                <a:close/>
                <a:moveTo>
                  <a:pt x="6359934" y="54592"/>
                </a:moveTo>
                <a:lnTo>
                  <a:pt x="6290429" y="2741523"/>
                </a:lnTo>
                <a:lnTo>
                  <a:pt x="6498945" y="2741523"/>
                </a:lnTo>
                <a:lnTo>
                  <a:pt x="6568450" y="54592"/>
                </a:lnTo>
                <a:close/>
                <a:moveTo>
                  <a:pt x="6096311" y="54592"/>
                </a:moveTo>
                <a:lnTo>
                  <a:pt x="6026806" y="2741523"/>
                </a:lnTo>
                <a:lnTo>
                  <a:pt x="6235322" y="2741523"/>
                </a:lnTo>
                <a:lnTo>
                  <a:pt x="6304827" y="54592"/>
                </a:lnTo>
                <a:close/>
                <a:moveTo>
                  <a:pt x="5818290" y="54592"/>
                </a:moveTo>
                <a:lnTo>
                  <a:pt x="5748785" y="2741523"/>
                </a:lnTo>
                <a:lnTo>
                  <a:pt x="5957301" y="2741523"/>
                </a:lnTo>
                <a:lnTo>
                  <a:pt x="6026806" y="54592"/>
                </a:lnTo>
                <a:close/>
                <a:moveTo>
                  <a:pt x="5554667" y="54592"/>
                </a:moveTo>
                <a:lnTo>
                  <a:pt x="5485162" y="2741523"/>
                </a:lnTo>
                <a:lnTo>
                  <a:pt x="5693678" y="2741523"/>
                </a:lnTo>
                <a:lnTo>
                  <a:pt x="5763183" y="54592"/>
                </a:lnTo>
                <a:close/>
                <a:moveTo>
                  <a:pt x="5276646" y="54592"/>
                </a:moveTo>
                <a:lnTo>
                  <a:pt x="5207141" y="2741523"/>
                </a:lnTo>
                <a:lnTo>
                  <a:pt x="5415657" y="2741523"/>
                </a:lnTo>
                <a:lnTo>
                  <a:pt x="5485162" y="54592"/>
                </a:lnTo>
                <a:close/>
                <a:moveTo>
                  <a:pt x="5013023" y="54592"/>
                </a:moveTo>
                <a:lnTo>
                  <a:pt x="4943518" y="2741523"/>
                </a:lnTo>
                <a:lnTo>
                  <a:pt x="5152034" y="2741523"/>
                </a:lnTo>
                <a:lnTo>
                  <a:pt x="5221539" y="54592"/>
                </a:lnTo>
                <a:close/>
                <a:moveTo>
                  <a:pt x="4735002" y="54592"/>
                </a:moveTo>
                <a:lnTo>
                  <a:pt x="4665497" y="2741523"/>
                </a:lnTo>
                <a:lnTo>
                  <a:pt x="4874013" y="2741523"/>
                </a:lnTo>
                <a:lnTo>
                  <a:pt x="4943518" y="54592"/>
                </a:lnTo>
                <a:close/>
                <a:moveTo>
                  <a:pt x="4471379" y="54592"/>
                </a:moveTo>
                <a:lnTo>
                  <a:pt x="4401874" y="2741523"/>
                </a:lnTo>
                <a:lnTo>
                  <a:pt x="4610390" y="2741523"/>
                </a:lnTo>
                <a:lnTo>
                  <a:pt x="4679895" y="54592"/>
                </a:lnTo>
                <a:close/>
                <a:moveTo>
                  <a:pt x="4179228" y="54592"/>
                </a:moveTo>
                <a:lnTo>
                  <a:pt x="4109723" y="2741523"/>
                </a:lnTo>
                <a:lnTo>
                  <a:pt x="4318239" y="2741523"/>
                </a:lnTo>
                <a:lnTo>
                  <a:pt x="4387744" y="54592"/>
                </a:lnTo>
                <a:close/>
                <a:moveTo>
                  <a:pt x="3915605" y="54592"/>
                </a:moveTo>
                <a:lnTo>
                  <a:pt x="3846100" y="2741523"/>
                </a:lnTo>
                <a:lnTo>
                  <a:pt x="4054616" y="2741523"/>
                </a:lnTo>
                <a:lnTo>
                  <a:pt x="4124121" y="54592"/>
                </a:lnTo>
                <a:close/>
                <a:moveTo>
                  <a:pt x="3637584" y="54592"/>
                </a:moveTo>
                <a:lnTo>
                  <a:pt x="3568079" y="2741523"/>
                </a:lnTo>
                <a:lnTo>
                  <a:pt x="3776595" y="2741523"/>
                </a:lnTo>
                <a:lnTo>
                  <a:pt x="3846100" y="54592"/>
                </a:lnTo>
                <a:close/>
                <a:moveTo>
                  <a:pt x="3373961" y="54592"/>
                </a:moveTo>
                <a:lnTo>
                  <a:pt x="3304456" y="2741523"/>
                </a:lnTo>
                <a:lnTo>
                  <a:pt x="3512972" y="2741523"/>
                </a:lnTo>
                <a:lnTo>
                  <a:pt x="3582477" y="54592"/>
                </a:lnTo>
                <a:close/>
                <a:moveTo>
                  <a:pt x="3095940" y="54592"/>
                </a:moveTo>
                <a:lnTo>
                  <a:pt x="3026435" y="2741523"/>
                </a:lnTo>
                <a:lnTo>
                  <a:pt x="3234951" y="2741523"/>
                </a:lnTo>
                <a:lnTo>
                  <a:pt x="3304456" y="54592"/>
                </a:lnTo>
                <a:close/>
                <a:moveTo>
                  <a:pt x="2832317" y="54592"/>
                </a:moveTo>
                <a:lnTo>
                  <a:pt x="2762812" y="2741523"/>
                </a:lnTo>
                <a:lnTo>
                  <a:pt x="2971328" y="2741523"/>
                </a:lnTo>
                <a:lnTo>
                  <a:pt x="3040833" y="54592"/>
                </a:lnTo>
                <a:close/>
                <a:moveTo>
                  <a:pt x="2559000" y="54592"/>
                </a:moveTo>
                <a:lnTo>
                  <a:pt x="2489495" y="2741523"/>
                </a:lnTo>
                <a:lnTo>
                  <a:pt x="2698011" y="2741523"/>
                </a:lnTo>
                <a:lnTo>
                  <a:pt x="2767516" y="54592"/>
                </a:lnTo>
                <a:close/>
                <a:moveTo>
                  <a:pt x="2290673" y="54592"/>
                </a:moveTo>
                <a:lnTo>
                  <a:pt x="2221168" y="2741523"/>
                </a:lnTo>
                <a:lnTo>
                  <a:pt x="2429684" y="2741523"/>
                </a:lnTo>
                <a:lnTo>
                  <a:pt x="2499189" y="54592"/>
                </a:lnTo>
                <a:close/>
                <a:moveTo>
                  <a:pt x="2012652" y="54592"/>
                </a:moveTo>
                <a:lnTo>
                  <a:pt x="1943147" y="2741523"/>
                </a:lnTo>
                <a:lnTo>
                  <a:pt x="2151663" y="2741523"/>
                </a:lnTo>
                <a:lnTo>
                  <a:pt x="2221168" y="54592"/>
                </a:lnTo>
                <a:close/>
                <a:moveTo>
                  <a:pt x="1749029" y="54592"/>
                </a:moveTo>
                <a:lnTo>
                  <a:pt x="1679524" y="2741523"/>
                </a:lnTo>
                <a:lnTo>
                  <a:pt x="1888040" y="2741523"/>
                </a:lnTo>
                <a:lnTo>
                  <a:pt x="1957545" y="54592"/>
                </a:lnTo>
                <a:close/>
                <a:moveTo>
                  <a:pt x="1471008" y="54592"/>
                </a:moveTo>
                <a:lnTo>
                  <a:pt x="1401503" y="2741523"/>
                </a:lnTo>
                <a:lnTo>
                  <a:pt x="1610019" y="2741523"/>
                </a:lnTo>
                <a:lnTo>
                  <a:pt x="1679524" y="54592"/>
                </a:lnTo>
                <a:close/>
                <a:moveTo>
                  <a:pt x="1207385" y="54592"/>
                </a:moveTo>
                <a:lnTo>
                  <a:pt x="1137880" y="2741523"/>
                </a:lnTo>
                <a:lnTo>
                  <a:pt x="1346396" y="2741523"/>
                </a:lnTo>
                <a:lnTo>
                  <a:pt x="1415901" y="54592"/>
                </a:lnTo>
                <a:close/>
                <a:moveTo>
                  <a:pt x="929364" y="54592"/>
                </a:moveTo>
                <a:lnTo>
                  <a:pt x="859860" y="2741523"/>
                </a:lnTo>
                <a:lnTo>
                  <a:pt x="1068375" y="2741523"/>
                </a:lnTo>
                <a:lnTo>
                  <a:pt x="1137880" y="54592"/>
                </a:lnTo>
                <a:close/>
                <a:moveTo>
                  <a:pt x="665741" y="54592"/>
                </a:moveTo>
                <a:lnTo>
                  <a:pt x="596237" y="2741523"/>
                </a:lnTo>
                <a:lnTo>
                  <a:pt x="804752" y="2741523"/>
                </a:lnTo>
                <a:lnTo>
                  <a:pt x="874258" y="54592"/>
                </a:lnTo>
                <a:close/>
                <a:moveTo>
                  <a:pt x="387720" y="54592"/>
                </a:moveTo>
                <a:lnTo>
                  <a:pt x="318216" y="2741523"/>
                </a:lnTo>
                <a:lnTo>
                  <a:pt x="526731" y="2741523"/>
                </a:lnTo>
                <a:lnTo>
                  <a:pt x="596237" y="54592"/>
                </a:lnTo>
                <a:close/>
                <a:moveTo>
                  <a:pt x="124098" y="54592"/>
                </a:moveTo>
                <a:lnTo>
                  <a:pt x="54592" y="2741523"/>
                </a:lnTo>
                <a:lnTo>
                  <a:pt x="263108" y="2741523"/>
                </a:lnTo>
                <a:lnTo>
                  <a:pt x="332613" y="54592"/>
                </a:lnTo>
                <a:close/>
                <a:moveTo>
                  <a:pt x="0" y="0"/>
                </a:moveTo>
                <a:lnTo>
                  <a:pt x="8819445" y="0"/>
                </a:lnTo>
                <a:lnTo>
                  <a:pt x="8819445" y="2928190"/>
                </a:lnTo>
                <a:lnTo>
                  <a:pt x="0" y="292819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73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-1819" y="-484415"/>
            <a:ext cx="12193819" cy="6858000"/>
          </a:xfrm>
          <a:custGeom>
            <a:avLst/>
            <a:gdLst>
              <a:gd name="connsiteX0" fmla="*/ 5455 w 12193819"/>
              <a:gd name="connsiteY0" fmla="*/ 6386291 h 6858000"/>
              <a:gd name="connsiteX1" fmla="*/ 5455 w 12193819"/>
              <a:gd name="connsiteY1" fmla="*/ 6778177 h 6858000"/>
              <a:gd name="connsiteX2" fmla="*/ 4606483 w 12193819"/>
              <a:gd name="connsiteY2" fmla="*/ 6778177 h 6858000"/>
              <a:gd name="connsiteX3" fmla="*/ 4606483 w 12193819"/>
              <a:gd name="connsiteY3" fmla="*/ 6386291 h 6858000"/>
              <a:gd name="connsiteX4" fmla="*/ 5455 w 12193819"/>
              <a:gd name="connsiteY4" fmla="*/ 5965375 h 6858000"/>
              <a:gd name="connsiteX5" fmla="*/ 5455 w 12193819"/>
              <a:gd name="connsiteY5" fmla="*/ 6357261 h 6858000"/>
              <a:gd name="connsiteX6" fmla="*/ 5080005 w 12193819"/>
              <a:gd name="connsiteY6" fmla="*/ 6357261 h 6858000"/>
              <a:gd name="connsiteX7" fmla="*/ 5080005 w 12193819"/>
              <a:gd name="connsiteY7" fmla="*/ 5965375 h 6858000"/>
              <a:gd name="connsiteX8" fmla="*/ 3637 w 12193819"/>
              <a:gd name="connsiteY8" fmla="*/ 5544459 h 6858000"/>
              <a:gd name="connsiteX9" fmla="*/ 3637 w 12193819"/>
              <a:gd name="connsiteY9" fmla="*/ 5936345 h 6858000"/>
              <a:gd name="connsiteX10" fmla="*/ 5080005 w 12193819"/>
              <a:gd name="connsiteY10" fmla="*/ 5936345 h 6858000"/>
              <a:gd name="connsiteX11" fmla="*/ 5080005 w 12193819"/>
              <a:gd name="connsiteY11" fmla="*/ 5544459 h 6858000"/>
              <a:gd name="connsiteX12" fmla="*/ 3638 w 12193819"/>
              <a:gd name="connsiteY12" fmla="*/ 5123543 h 6858000"/>
              <a:gd name="connsiteX13" fmla="*/ 3638 w 12193819"/>
              <a:gd name="connsiteY13" fmla="*/ 5515429 h 6858000"/>
              <a:gd name="connsiteX14" fmla="*/ 5782133 w 12193819"/>
              <a:gd name="connsiteY14" fmla="*/ 5515429 h 6858000"/>
              <a:gd name="connsiteX15" fmla="*/ 5782133 w 12193819"/>
              <a:gd name="connsiteY15" fmla="*/ 5123543 h 6858000"/>
              <a:gd name="connsiteX16" fmla="*/ 3638 w 12193819"/>
              <a:gd name="connsiteY16" fmla="*/ 4702627 h 6858000"/>
              <a:gd name="connsiteX17" fmla="*/ 3638 w 12193819"/>
              <a:gd name="connsiteY17" fmla="*/ 5094513 h 6858000"/>
              <a:gd name="connsiteX18" fmla="*/ 6467933 w 12193819"/>
              <a:gd name="connsiteY18" fmla="*/ 5094513 h 6858000"/>
              <a:gd name="connsiteX19" fmla="*/ 6467933 w 12193819"/>
              <a:gd name="connsiteY19" fmla="*/ 4702627 h 6858000"/>
              <a:gd name="connsiteX20" fmla="*/ 3638 w 12193819"/>
              <a:gd name="connsiteY20" fmla="*/ 4281711 h 6858000"/>
              <a:gd name="connsiteX21" fmla="*/ 3638 w 12193819"/>
              <a:gd name="connsiteY21" fmla="*/ 4673597 h 6858000"/>
              <a:gd name="connsiteX22" fmla="*/ 5782133 w 12193819"/>
              <a:gd name="connsiteY22" fmla="*/ 4673597 h 6858000"/>
              <a:gd name="connsiteX23" fmla="*/ 5782133 w 12193819"/>
              <a:gd name="connsiteY23" fmla="*/ 4281711 h 6858000"/>
              <a:gd name="connsiteX24" fmla="*/ 1820 w 12193819"/>
              <a:gd name="connsiteY24" fmla="*/ 3860795 h 6858000"/>
              <a:gd name="connsiteX25" fmla="*/ 1820 w 12193819"/>
              <a:gd name="connsiteY25" fmla="*/ 4252681 h 6858000"/>
              <a:gd name="connsiteX26" fmla="*/ 5194305 w 12193819"/>
              <a:gd name="connsiteY26" fmla="*/ 4252681 h 6858000"/>
              <a:gd name="connsiteX27" fmla="*/ 5194305 w 12193819"/>
              <a:gd name="connsiteY27" fmla="*/ 3860795 h 6858000"/>
              <a:gd name="connsiteX28" fmla="*/ 1819 w 12193819"/>
              <a:gd name="connsiteY28" fmla="*/ 3439879 h 6858000"/>
              <a:gd name="connsiteX29" fmla="*/ 1819 w 12193819"/>
              <a:gd name="connsiteY29" fmla="*/ 3831765 h 6858000"/>
              <a:gd name="connsiteX30" fmla="*/ 7121075 w 12193819"/>
              <a:gd name="connsiteY30" fmla="*/ 3831765 h 6858000"/>
              <a:gd name="connsiteX31" fmla="*/ 7121075 w 12193819"/>
              <a:gd name="connsiteY31" fmla="*/ 3439879 h 6858000"/>
              <a:gd name="connsiteX32" fmla="*/ 3637 w 12193819"/>
              <a:gd name="connsiteY32" fmla="*/ 3035310 h 6858000"/>
              <a:gd name="connsiteX33" fmla="*/ 3637 w 12193819"/>
              <a:gd name="connsiteY33" fmla="*/ 3427195 h 6858000"/>
              <a:gd name="connsiteX34" fmla="*/ 6712861 w 12193819"/>
              <a:gd name="connsiteY34" fmla="*/ 3427195 h 6858000"/>
              <a:gd name="connsiteX35" fmla="*/ 6712861 w 12193819"/>
              <a:gd name="connsiteY35" fmla="*/ 3035310 h 6858000"/>
              <a:gd name="connsiteX36" fmla="*/ 3638 w 12193819"/>
              <a:gd name="connsiteY36" fmla="*/ 2614393 h 6858000"/>
              <a:gd name="connsiteX37" fmla="*/ 3638 w 12193819"/>
              <a:gd name="connsiteY37" fmla="*/ 3006279 h 6858000"/>
              <a:gd name="connsiteX38" fmla="*/ 5782133 w 12193819"/>
              <a:gd name="connsiteY38" fmla="*/ 3006279 h 6858000"/>
              <a:gd name="connsiteX39" fmla="*/ 5782133 w 12193819"/>
              <a:gd name="connsiteY39" fmla="*/ 2614393 h 6858000"/>
              <a:gd name="connsiteX40" fmla="*/ 1820 w 12193819"/>
              <a:gd name="connsiteY40" fmla="*/ 2193477 h 6858000"/>
              <a:gd name="connsiteX41" fmla="*/ 1820 w 12193819"/>
              <a:gd name="connsiteY41" fmla="*/ 2585363 h 6858000"/>
              <a:gd name="connsiteX42" fmla="*/ 6467933 w 12193819"/>
              <a:gd name="connsiteY42" fmla="*/ 2585363 h 6858000"/>
              <a:gd name="connsiteX43" fmla="*/ 6467933 w 12193819"/>
              <a:gd name="connsiteY43" fmla="*/ 2193477 h 6858000"/>
              <a:gd name="connsiteX44" fmla="*/ 1820 w 12193819"/>
              <a:gd name="connsiteY44" fmla="*/ 1772562 h 6858000"/>
              <a:gd name="connsiteX45" fmla="*/ 1820 w 12193819"/>
              <a:gd name="connsiteY45" fmla="*/ 2164448 h 6858000"/>
              <a:gd name="connsiteX46" fmla="*/ 5080005 w 12193819"/>
              <a:gd name="connsiteY46" fmla="*/ 2164448 h 6858000"/>
              <a:gd name="connsiteX47" fmla="*/ 5080005 w 12193819"/>
              <a:gd name="connsiteY47" fmla="*/ 1772562 h 6858000"/>
              <a:gd name="connsiteX48" fmla="*/ 1821 w 12193819"/>
              <a:gd name="connsiteY48" fmla="*/ 1351646 h 6858000"/>
              <a:gd name="connsiteX49" fmla="*/ 1821 w 12193819"/>
              <a:gd name="connsiteY49" fmla="*/ 1743532 h 6858000"/>
              <a:gd name="connsiteX50" fmla="*/ 6174019 w 12193819"/>
              <a:gd name="connsiteY50" fmla="*/ 1743532 h 6858000"/>
              <a:gd name="connsiteX51" fmla="*/ 6174019 w 12193819"/>
              <a:gd name="connsiteY51" fmla="*/ 1351646 h 6858000"/>
              <a:gd name="connsiteX52" fmla="*/ 1821 w 12193819"/>
              <a:gd name="connsiteY52" fmla="*/ 930730 h 6858000"/>
              <a:gd name="connsiteX53" fmla="*/ 1821 w 12193819"/>
              <a:gd name="connsiteY53" fmla="*/ 1322616 h 6858000"/>
              <a:gd name="connsiteX54" fmla="*/ 4602847 w 12193819"/>
              <a:gd name="connsiteY54" fmla="*/ 1322616 h 6858000"/>
              <a:gd name="connsiteX55" fmla="*/ 4602847 w 12193819"/>
              <a:gd name="connsiteY55" fmla="*/ 930730 h 6858000"/>
              <a:gd name="connsiteX56" fmla="*/ 3 w 12193819"/>
              <a:gd name="connsiteY56" fmla="*/ 509814 h 6858000"/>
              <a:gd name="connsiteX57" fmla="*/ 3 w 12193819"/>
              <a:gd name="connsiteY57" fmla="*/ 901700 h 6858000"/>
              <a:gd name="connsiteX58" fmla="*/ 5782133 w 12193819"/>
              <a:gd name="connsiteY58" fmla="*/ 901700 h 6858000"/>
              <a:gd name="connsiteX59" fmla="*/ 5782133 w 12193819"/>
              <a:gd name="connsiteY59" fmla="*/ 509814 h 6858000"/>
              <a:gd name="connsiteX60" fmla="*/ 2 w 12193819"/>
              <a:gd name="connsiteY60" fmla="*/ 88898 h 6858000"/>
              <a:gd name="connsiteX61" fmla="*/ 2 w 12193819"/>
              <a:gd name="connsiteY61" fmla="*/ 480784 h 6858000"/>
              <a:gd name="connsiteX62" fmla="*/ 6843489 w 12193819"/>
              <a:gd name="connsiteY62" fmla="*/ 480784 h 6858000"/>
              <a:gd name="connsiteX63" fmla="*/ 6843489 w 12193819"/>
              <a:gd name="connsiteY63" fmla="*/ 88898 h 6858000"/>
              <a:gd name="connsiteX64" fmla="*/ 0 w 12193819"/>
              <a:gd name="connsiteY64" fmla="*/ 0 h 6858000"/>
              <a:gd name="connsiteX65" fmla="*/ 12193819 w 12193819"/>
              <a:gd name="connsiteY65" fmla="*/ 0 h 6858000"/>
              <a:gd name="connsiteX66" fmla="*/ 12193819 w 12193819"/>
              <a:gd name="connsiteY66" fmla="*/ 6858000 h 6858000"/>
              <a:gd name="connsiteX67" fmla="*/ 0 w 12193819"/>
              <a:gd name="connsiteY6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2193819" h="6858000">
                <a:moveTo>
                  <a:pt x="5455" y="6386291"/>
                </a:moveTo>
                <a:lnTo>
                  <a:pt x="5455" y="6778177"/>
                </a:lnTo>
                <a:lnTo>
                  <a:pt x="4606483" y="6778177"/>
                </a:lnTo>
                <a:lnTo>
                  <a:pt x="4606483" y="6386291"/>
                </a:lnTo>
                <a:close/>
                <a:moveTo>
                  <a:pt x="5455" y="5965375"/>
                </a:moveTo>
                <a:lnTo>
                  <a:pt x="5455" y="6357261"/>
                </a:lnTo>
                <a:lnTo>
                  <a:pt x="5080005" y="6357261"/>
                </a:lnTo>
                <a:lnTo>
                  <a:pt x="5080005" y="5965375"/>
                </a:lnTo>
                <a:close/>
                <a:moveTo>
                  <a:pt x="3637" y="5544459"/>
                </a:moveTo>
                <a:lnTo>
                  <a:pt x="3637" y="5936345"/>
                </a:lnTo>
                <a:lnTo>
                  <a:pt x="5080005" y="5936345"/>
                </a:lnTo>
                <a:lnTo>
                  <a:pt x="5080005" y="5544459"/>
                </a:lnTo>
                <a:close/>
                <a:moveTo>
                  <a:pt x="3638" y="5123543"/>
                </a:moveTo>
                <a:lnTo>
                  <a:pt x="3638" y="5515429"/>
                </a:lnTo>
                <a:lnTo>
                  <a:pt x="5782133" y="5515429"/>
                </a:lnTo>
                <a:lnTo>
                  <a:pt x="5782133" y="5123543"/>
                </a:lnTo>
                <a:close/>
                <a:moveTo>
                  <a:pt x="3638" y="4702627"/>
                </a:moveTo>
                <a:lnTo>
                  <a:pt x="3638" y="5094513"/>
                </a:lnTo>
                <a:lnTo>
                  <a:pt x="6467933" y="5094513"/>
                </a:lnTo>
                <a:lnTo>
                  <a:pt x="6467933" y="4702627"/>
                </a:lnTo>
                <a:close/>
                <a:moveTo>
                  <a:pt x="3638" y="4281711"/>
                </a:moveTo>
                <a:lnTo>
                  <a:pt x="3638" y="4673597"/>
                </a:lnTo>
                <a:lnTo>
                  <a:pt x="5782133" y="4673597"/>
                </a:lnTo>
                <a:lnTo>
                  <a:pt x="5782133" y="4281711"/>
                </a:lnTo>
                <a:close/>
                <a:moveTo>
                  <a:pt x="1820" y="3860795"/>
                </a:moveTo>
                <a:lnTo>
                  <a:pt x="1820" y="4252681"/>
                </a:lnTo>
                <a:lnTo>
                  <a:pt x="5194305" y="4252681"/>
                </a:lnTo>
                <a:lnTo>
                  <a:pt x="5194305" y="3860795"/>
                </a:lnTo>
                <a:close/>
                <a:moveTo>
                  <a:pt x="1819" y="3439879"/>
                </a:moveTo>
                <a:lnTo>
                  <a:pt x="1819" y="3831765"/>
                </a:lnTo>
                <a:lnTo>
                  <a:pt x="7121075" y="3831765"/>
                </a:lnTo>
                <a:lnTo>
                  <a:pt x="7121075" y="3439879"/>
                </a:lnTo>
                <a:close/>
                <a:moveTo>
                  <a:pt x="3637" y="3035310"/>
                </a:moveTo>
                <a:lnTo>
                  <a:pt x="3637" y="3427195"/>
                </a:lnTo>
                <a:lnTo>
                  <a:pt x="6712861" y="3427195"/>
                </a:lnTo>
                <a:lnTo>
                  <a:pt x="6712861" y="3035310"/>
                </a:lnTo>
                <a:close/>
                <a:moveTo>
                  <a:pt x="3638" y="2614393"/>
                </a:moveTo>
                <a:lnTo>
                  <a:pt x="3638" y="3006279"/>
                </a:lnTo>
                <a:lnTo>
                  <a:pt x="5782133" y="3006279"/>
                </a:lnTo>
                <a:lnTo>
                  <a:pt x="5782133" y="2614393"/>
                </a:lnTo>
                <a:close/>
                <a:moveTo>
                  <a:pt x="1820" y="2193477"/>
                </a:moveTo>
                <a:lnTo>
                  <a:pt x="1820" y="2585363"/>
                </a:lnTo>
                <a:lnTo>
                  <a:pt x="6467933" y="2585363"/>
                </a:lnTo>
                <a:lnTo>
                  <a:pt x="6467933" y="2193477"/>
                </a:lnTo>
                <a:close/>
                <a:moveTo>
                  <a:pt x="1820" y="1772562"/>
                </a:moveTo>
                <a:lnTo>
                  <a:pt x="1820" y="2164448"/>
                </a:lnTo>
                <a:lnTo>
                  <a:pt x="5080005" y="2164448"/>
                </a:lnTo>
                <a:lnTo>
                  <a:pt x="5080005" y="1772562"/>
                </a:lnTo>
                <a:close/>
                <a:moveTo>
                  <a:pt x="1821" y="1351646"/>
                </a:moveTo>
                <a:lnTo>
                  <a:pt x="1821" y="1743532"/>
                </a:lnTo>
                <a:lnTo>
                  <a:pt x="6174019" y="1743532"/>
                </a:lnTo>
                <a:lnTo>
                  <a:pt x="6174019" y="1351646"/>
                </a:lnTo>
                <a:close/>
                <a:moveTo>
                  <a:pt x="1821" y="930730"/>
                </a:moveTo>
                <a:lnTo>
                  <a:pt x="1821" y="1322616"/>
                </a:lnTo>
                <a:lnTo>
                  <a:pt x="4602847" y="1322616"/>
                </a:lnTo>
                <a:lnTo>
                  <a:pt x="4602847" y="930730"/>
                </a:lnTo>
                <a:close/>
                <a:moveTo>
                  <a:pt x="3" y="509814"/>
                </a:moveTo>
                <a:lnTo>
                  <a:pt x="3" y="901700"/>
                </a:lnTo>
                <a:lnTo>
                  <a:pt x="5782133" y="901700"/>
                </a:lnTo>
                <a:lnTo>
                  <a:pt x="5782133" y="509814"/>
                </a:lnTo>
                <a:close/>
                <a:moveTo>
                  <a:pt x="2" y="88898"/>
                </a:moveTo>
                <a:lnTo>
                  <a:pt x="2" y="480784"/>
                </a:lnTo>
                <a:lnTo>
                  <a:pt x="6843489" y="480784"/>
                </a:lnTo>
                <a:lnTo>
                  <a:pt x="6843489" y="88898"/>
                </a:lnTo>
                <a:close/>
                <a:moveTo>
                  <a:pt x="0" y="0"/>
                </a:moveTo>
                <a:lnTo>
                  <a:pt x="12193819" y="0"/>
                </a:lnTo>
                <a:lnTo>
                  <a:pt x="1219381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92042" y="186830"/>
            <a:ext cx="44386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Web API</a:t>
            </a:r>
            <a:endParaRPr lang="en-US" sz="8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11042" y="1636277"/>
            <a:ext cx="48196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</a:rPr>
              <a:t>Công Nghệ </a:t>
            </a: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</a:rPr>
              <a:t>Phần </a:t>
            </a:r>
            <a:r>
              <a:rPr lang="en-US" sz="4800" b="1" dirty="0" smtClean="0">
                <a:solidFill>
                  <a:schemeClr val="accent1">
                    <a:lumMod val="75000"/>
                  </a:schemeClr>
                </a:solidFill>
              </a:rPr>
              <a:t>Mềm</a:t>
            </a:r>
            <a:endParaRPr lang="en-US" sz="4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711042" y="3331945"/>
            <a:ext cx="5480958" cy="180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9746" y="3454400"/>
            <a:ext cx="52142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Nội Dung: Tìm hiểu về web API, thực hành qua các ví dụ minh họa.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API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là gì 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Cách tạo một API 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Sử dụng API để hiển thị lên App di động.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Sử dụng API để hiện thị lên Website.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694" y="6092160"/>
            <a:ext cx="619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spc="600" dirty="0" smtClean="0">
                <a:solidFill>
                  <a:srgbClr val="002060"/>
                </a:solidFill>
              </a:rPr>
              <a:t>Giảng Viên: Mạnh Thiên Lý</a:t>
            </a:r>
            <a:endParaRPr lang="en-US" sz="2800" spc="600" dirty="0">
              <a:solidFill>
                <a:srgbClr val="00206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79" y="1319480"/>
            <a:ext cx="5443656" cy="397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42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1"/>
            <a:ext cx="12192001" cy="6858001"/>
          </a:xfrm>
          <a:custGeom>
            <a:avLst/>
            <a:gdLst>
              <a:gd name="connsiteX0" fmla="*/ 10291170 w 12192001"/>
              <a:gd name="connsiteY0" fmla="*/ 6858000 h 6858001"/>
              <a:gd name="connsiteX1" fmla="*/ 12192000 w 12192001"/>
              <a:gd name="connsiteY1" fmla="*/ 6858000 h 6858001"/>
              <a:gd name="connsiteX2" fmla="*/ 12192000 w 12192001"/>
              <a:gd name="connsiteY2" fmla="*/ 6858001 h 6858001"/>
              <a:gd name="connsiteX3" fmla="*/ 10291170 w 12192001"/>
              <a:gd name="connsiteY3" fmla="*/ 6858001 h 6858001"/>
              <a:gd name="connsiteX4" fmla="*/ 9475584 w 12192001"/>
              <a:gd name="connsiteY4" fmla="*/ 6670765 h 6858001"/>
              <a:gd name="connsiteX5" fmla="*/ 9688775 w 12192001"/>
              <a:gd name="connsiteY5" fmla="*/ 6858001 h 6858001"/>
              <a:gd name="connsiteX6" fmla="*/ 9255828 w 12192001"/>
              <a:gd name="connsiteY6" fmla="*/ 6858001 h 6858001"/>
              <a:gd name="connsiteX7" fmla="*/ 12192000 w 12192001"/>
              <a:gd name="connsiteY7" fmla="*/ 2088224 h 6858001"/>
              <a:gd name="connsiteX8" fmla="*/ 12192001 w 12192001"/>
              <a:gd name="connsiteY8" fmla="*/ 2088224 h 6858001"/>
              <a:gd name="connsiteX9" fmla="*/ 12192001 w 12192001"/>
              <a:gd name="connsiteY9" fmla="*/ 2303727 h 6858001"/>
              <a:gd name="connsiteX10" fmla="*/ 12192000 w 12192001"/>
              <a:gd name="connsiteY10" fmla="*/ 2303727 h 6858001"/>
              <a:gd name="connsiteX11" fmla="*/ 9306639 w 12192001"/>
              <a:gd name="connsiteY11" fmla="*/ 0 h 6858001"/>
              <a:gd name="connsiteX12" fmla="*/ 10097644 w 12192001"/>
              <a:gd name="connsiteY12" fmla="*/ 0 h 6858001"/>
              <a:gd name="connsiteX13" fmla="*/ 9511412 w 12192001"/>
              <a:gd name="connsiteY13" fmla="*/ 596459 h 6858001"/>
              <a:gd name="connsiteX14" fmla="*/ 7936440 w 12192001"/>
              <a:gd name="connsiteY14" fmla="*/ 0 h 6858001"/>
              <a:gd name="connsiteX15" fmla="*/ 8971571 w 12192001"/>
              <a:gd name="connsiteY15" fmla="*/ 0 h 6858001"/>
              <a:gd name="connsiteX16" fmla="*/ 8828459 w 12192001"/>
              <a:gd name="connsiteY16" fmla="*/ 930403 h 6858001"/>
              <a:gd name="connsiteX17" fmla="*/ 0 w 12192001"/>
              <a:gd name="connsiteY17" fmla="*/ 0 h 6858001"/>
              <a:gd name="connsiteX18" fmla="*/ 7477941 w 12192001"/>
              <a:gd name="connsiteY18" fmla="*/ 0 h 6858001"/>
              <a:gd name="connsiteX19" fmla="*/ 7652288 w 12192001"/>
              <a:gd name="connsiteY19" fmla="*/ 1436043 h 6858001"/>
              <a:gd name="connsiteX20" fmla="*/ 6562106 w 12192001"/>
              <a:gd name="connsiteY20" fmla="*/ 1324737 h 6858001"/>
              <a:gd name="connsiteX21" fmla="*/ 7410240 w 12192001"/>
              <a:gd name="connsiteY21" fmla="*/ 2744132 h 6858001"/>
              <a:gd name="connsiteX22" fmla="*/ 5634364 w 12192001"/>
              <a:gd name="connsiteY22" fmla="*/ 3203230 h 6858001"/>
              <a:gd name="connsiteX23" fmla="*/ 6942416 w 12192001"/>
              <a:gd name="connsiteY23" fmla="*/ 3979380 h 6858001"/>
              <a:gd name="connsiteX24" fmla="*/ 5952645 w 12192001"/>
              <a:gd name="connsiteY24" fmla="*/ 5261041 h 6858001"/>
              <a:gd name="connsiteX25" fmla="*/ 7535440 w 12192001"/>
              <a:gd name="connsiteY25" fmla="*/ 5297705 h 6858001"/>
              <a:gd name="connsiteX26" fmla="*/ 6829604 w 12192001"/>
              <a:gd name="connsiteY26" fmla="*/ 6707657 h 6858001"/>
              <a:gd name="connsiteX27" fmla="*/ 8348401 w 12192001"/>
              <a:gd name="connsiteY27" fmla="*/ 6384677 h 6858001"/>
              <a:gd name="connsiteX28" fmla="*/ 8386176 w 12192001"/>
              <a:gd name="connsiteY28" fmla="*/ 6858001 h 6858001"/>
              <a:gd name="connsiteX29" fmla="*/ 0 w 12192001"/>
              <a:gd name="connsiteY29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2001" h="6858001">
                <a:moveTo>
                  <a:pt x="10291170" y="6858000"/>
                </a:moveTo>
                <a:lnTo>
                  <a:pt x="12192000" y="6858000"/>
                </a:lnTo>
                <a:lnTo>
                  <a:pt x="12192000" y="6858001"/>
                </a:lnTo>
                <a:lnTo>
                  <a:pt x="10291170" y="6858001"/>
                </a:lnTo>
                <a:close/>
                <a:moveTo>
                  <a:pt x="9475584" y="6670765"/>
                </a:moveTo>
                <a:lnTo>
                  <a:pt x="9688775" y="6858001"/>
                </a:lnTo>
                <a:lnTo>
                  <a:pt x="9255828" y="6858001"/>
                </a:lnTo>
                <a:close/>
                <a:moveTo>
                  <a:pt x="12192000" y="2088224"/>
                </a:moveTo>
                <a:lnTo>
                  <a:pt x="12192001" y="2088224"/>
                </a:lnTo>
                <a:lnTo>
                  <a:pt x="12192001" y="2303727"/>
                </a:lnTo>
                <a:lnTo>
                  <a:pt x="12192000" y="2303727"/>
                </a:lnTo>
                <a:close/>
                <a:moveTo>
                  <a:pt x="9306639" y="0"/>
                </a:moveTo>
                <a:lnTo>
                  <a:pt x="10097644" y="0"/>
                </a:lnTo>
                <a:lnTo>
                  <a:pt x="9511412" y="596459"/>
                </a:lnTo>
                <a:close/>
                <a:moveTo>
                  <a:pt x="7936440" y="0"/>
                </a:moveTo>
                <a:lnTo>
                  <a:pt x="8971571" y="0"/>
                </a:lnTo>
                <a:lnTo>
                  <a:pt x="8828459" y="930403"/>
                </a:lnTo>
                <a:close/>
                <a:moveTo>
                  <a:pt x="0" y="0"/>
                </a:moveTo>
                <a:lnTo>
                  <a:pt x="7477941" y="0"/>
                </a:lnTo>
                <a:lnTo>
                  <a:pt x="7652288" y="1436043"/>
                </a:lnTo>
                <a:lnTo>
                  <a:pt x="6562106" y="1324737"/>
                </a:lnTo>
                <a:lnTo>
                  <a:pt x="7410240" y="2744132"/>
                </a:lnTo>
                <a:lnTo>
                  <a:pt x="5634364" y="3203230"/>
                </a:lnTo>
                <a:lnTo>
                  <a:pt x="6942416" y="3979380"/>
                </a:lnTo>
                <a:lnTo>
                  <a:pt x="5952645" y="5261041"/>
                </a:lnTo>
                <a:lnTo>
                  <a:pt x="7535440" y="5297705"/>
                </a:lnTo>
                <a:lnTo>
                  <a:pt x="6829604" y="6707657"/>
                </a:lnTo>
                <a:lnTo>
                  <a:pt x="8348401" y="6384677"/>
                </a:lnTo>
                <a:lnTo>
                  <a:pt x="8386176" y="6858001"/>
                </a:lnTo>
                <a:lnTo>
                  <a:pt x="0" y="685800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" y="1"/>
            <a:ext cx="7477940" cy="6858001"/>
          </a:xfrm>
          <a:custGeom>
            <a:avLst/>
            <a:gdLst>
              <a:gd name="connsiteX0" fmla="*/ 0 w 5971487"/>
              <a:gd name="connsiteY0" fmla="*/ 0 h 6858001"/>
              <a:gd name="connsiteX1" fmla="*/ 5971487 w 5971487"/>
              <a:gd name="connsiteY1" fmla="*/ 0 h 6858001"/>
              <a:gd name="connsiteX2" fmla="*/ 2037361 w 5971487"/>
              <a:gd name="connsiteY2" fmla="*/ 6858001 h 6858001"/>
              <a:gd name="connsiteX3" fmla="*/ 0 w 5971487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1487" h="6858001">
                <a:moveTo>
                  <a:pt x="0" y="0"/>
                </a:moveTo>
                <a:lnTo>
                  <a:pt x="5971487" y="0"/>
                </a:lnTo>
                <a:lnTo>
                  <a:pt x="2037361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accent3">
              <a:lumMod val="75000"/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5" idx="18"/>
            <a:endCxn id="7" idx="2"/>
          </p:cNvCxnSpPr>
          <p:nvPr/>
        </p:nvCxnSpPr>
        <p:spPr>
          <a:xfrm flipH="1">
            <a:off x="2551336" y="1"/>
            <a:ext cx="4926605" cy="6858001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1773" y="91482"/>
            <a:ext cx="37733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002060"/>
                </a:solidFill>
              </a:rPr>
              <a:t>API là gì?</a:t>
            </a:r>
            <a:endParaRPr lang="en-US" sz="4400" b="1" dirty="0">
              <a:solidFill>
                <a:srgbClr val="00206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486137" y="903327"/>
            <a:ext cx="5110877" cy="226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4789" y="1010782"/>
            <a:ext cx="301418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0584" indent="-100584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000" dirty="0" smtClean="0">
                <a:solidFill>
                  <a:srgbClr val="002060"/>
                </a:solidFill>
              </a:rPr>
              <a:t>API là viết tắt của Application Programming Interface (giao diện lập trình ứng dụng) phương thức kết nối với các thư viện và ứng dụng khác</a:t>
            </a:r>
          </a:p>
          <a:p>
            <a:pPr marL="100584" indent="-100584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000" dirty="0" smtClean="0">
                <a:solidFill>
                  <a:srgbClr val="002060"/>
                </a:solidFill>
              </a:rPr>
              <a:t>Windows có nhiều API, và Twitter cũng có web API, tuy nhiên chúng thực hiện các chức năng khác nhau.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170" y="5535209"/>
            <a:ext cx="965179" cy="83123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815" y="3917690"/>
            <a:ext cx="1340759" cy="134075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014" y="1"/>
            <a:ext cx="6594986" cy="3928102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260214" y="3928103"/>
            <a:ext cx="6927829" cy="2929897"/>
            <a:chOff x="5260214" y="3928103"/>
            <a:chExt cx="6927829" cy="2929897"/>
          </a:xfrm>
        </p:grpSpPr>
        <p:sp>
          <p:nvSpPr>
            <p:cNvPr id="13" name="Rectangle 12"/>
            <p:cNvSpPr/>
            <p:nvPr/>
          </p:nvSpPr>
          <p:spPr>
            <a:xfrm>
              <a:off x="5260214" y="3928103"/>
              <a:ext cx="6927829" cy="29298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rgbClr val="002060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436534" y="4150454"/>
              <a:ext cx="6213667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300" b="1" u="sng" spc="600" dirty="0">
                  <a:solidFill>
                    <a:srgbClr val="C00000"/>
                  </a:solidFill>
                </a:rPr>
                <a:t>NHỮNG ĐIỂM NỔI BẬT CỦA API.</a:t>
              </a:r>
            </a:p>
            <a:p>
              <a:pPr algn="just"/>
              <a:r>
                <a:rPr lang="vi-VN" sz="2300" dirty="0">
                  <a:solidFill>
                    <a:srgbClr val="002060"/>
                  </a:solidFill>
                </a:rPr>
                <a:t>Đây là một trong những framework </a:t>
              </a:r>
              <a:r>
                <a:rPr lang="vi-VN" sz="2300" dirty="0" smtClean="0">
                  <a:solidFill>
                    <a:srgbClr val="002060"/>
                  </a:solidFill>
                </a:rPr>
                <a:t>mới </a:t>
              </a:r>
              <a:r>
                <a:rPr lang="vi-VN" sz="2300" dirty="0">
                  <a:solidFill>
                    <a:srgbClr val="002060"/>
                  </a:solidFill>
                </a:rPr>
                <a:t>giúp </a:t>
              </a:r>
              <a:r>
                <a:rPr lang="vi-VN" sz="2300" dirty="0" smtClean="0">
                  <a:solidFill>
                    <a:srgbClr val="002060"/>
                  </a:solidFill>
                </a:rPr>
                <a:t>xây </a:t>
              </a:r>
              <a:r>
                <a:rPr lang="vi-VN" sz="2300" dirty="0">
                  <a:solidFill>
                    <a:srgbClr val="002060"/>
                  </a:solidFill>
                </a:rPr>
                <a:t>dựng các HTTP service một cách rất đơn giản và nhanh chóng. Mã nguồn mở </a:t>
              </a:r>
              <a:r>
                <a:rPr lang="vi-VN" sz="2300" dirty="0" smtClean="0">
                  <a:solidFill>
                    <a:srgbClr val="002060"/>
                  </a:solidFill>
                </a:rPr>
                <a:t>nên </a:t>
              </a:r>
              <a:r>
                <a:rPr lang="vi-VN" sz="2300" dirty="0">
                  <a:solidFill>
                    <a:srgbClr val="002060"/>
                  </a:solidFill>
                </a:rPr>
                <a:t>có thể được sử dụng bởi bất kì một client nào hỗ trợ XML, </a:t>
              </a:r>
              <a:r>
                <a:rPr lang="vi-VN" sz="2300" dirty="0" smtClean="0">
                  <a:solidFill>
                    <a:srgbClr val="002060"/>
                  </a:solidFill>
                </a:rPr>
                <a:t>JSON</a:t>
              </a:r>
              <a:r>
                <a:rPr lang="en-US" sz="2300" dirty="0">
                  <a:solidFill>
                    <a:srgbClr val="002060"/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1655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500"/>
                            </p:stCondLst>
                            <p:childTnLst>
                              <p:par>
                                <p:cTn id="4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39189"/>
            <a:ext cx="12192000" cy="11458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Qui trình hoạt động API.</a:t>
            </a:r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145894"/>
            <a:ext cx="12192000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1185084"/>
            <a:ext cx="3785471" cy="2940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731" y="1794684"/>
            <a:ext cx="2373854" cy="3444066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856131" y="5510550"/>
            <a:ext cx="2041838" cy="1181100"/>
            <a:chOff x="4517151" y="5173071"/>
            <a:chExt cx="2041838" cy="1181100"/>
          </a:xfrm>
        </p:grpSpPr>
        <p:sp>
          <p:nvSpPr>
            <p:cNvPr id="9" name="Rectangle 8"/>
            <p:cNvSpPr/>
            <p:nvPr/>
          </p:nvSpPr>
          <p:spPr>
            <a:xfrm>
              <a:off x="4517151" y="5173071"/>
              <a:ext cx="2041838" cy="11811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2235" y="5400675"/>
              <a:ext cx="762000" cy="762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4712" y="5316942"/>
              <a:ext cx="893358" cy="893358"/>
            </a:xfrm>
            <a:prstGeom prst="rect">
              <a:avLst/>
            </a:prstGeom>
          </p:spPr>
        </p:pic>
      </p:grpSp>
      <p:cxnSp>
        <p:nvCxnSpPr>
          <p:cNvPr id="12" name="Straight Connector 11"/>
          <p:cNvCxnSpPr/>
          <p:nvPr/>
        </p:nvCxnSpPr>
        <p:spPr>
          <a:xfrm>
            <a:off x="2952750" y="1185084"/>
            <a:ext cx="0" cy="567291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3" y="3113145"/>
            <a:ext cx="1535055" cy="153505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4" y="1447098"/>
            <a:ext cx="1402944" cy="140294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23" y="4825415"/>
            <a:ext cx="1618265" cy="186623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630" y="3142529"/>
            <a:ext cx="1310240" cy="131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76850" y="3055995"/>
            <a:ext cx="2990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5"/>
                </a:solidFill>
              </a:rPr>
              <a:t>API Web service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276600" y="1794684"/>
            <a:ext cx="1485900" cy="184608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8547971" y="1619250"/>
            <a:ext cx="975760" cy="51435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" idx="1"/>
          </p:cNvCxnSpPr>
          <p:nvPr/>
        </p:nvCxnSpPr>
        <p:spPr>
          <a:xfrm flipH="1" flipV="1">
            <a:off x="8547971" y="3113145"/>
            <a:ext cx="975760" cy="40357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" idx="2"/>
          </p:cNvCxnSpPr>
          <p:nvPr/>
        </p:nvCxnSpPr>
        <p:spPr>
          <a:xfrm flipH="1">
            <a:off x="6655235" y="4125134"/>
            <a:ext cx="1" cy="1385416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1"/>
          </p:cNvCxnSpPr>
          <p:nvPr/>
        </p:nvCxnSpPr>
        <p:spPr>
          <a:xfrm flipH="1" flipV="1">
            <a:off x="3424543" y="4208508"/>
            <a:ext cx="2431588" cy="1892592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8492381">
            <a:off x="2914649" y="2072370"/>
            <a:ext cx="1719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Request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 rot="2279063">
            <a:off x="3505155" y="5203855"/>
            <a:ext cx="1952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6"/>
                </a:solidFill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6963496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0"/>
                            </p:stCondLst>
                            <p:childTnLst>
                              <p:par>
                                <p:cTn id="21" presetID="6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0"/>
                            </p:stCondLst>
                            <p:childTnLst>
                              <p:par>
                                <p:cTn id="25" presetID="6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0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0"/>
                            </p:stCondLst>
                            <p:childTnLst>
                              <p:par>
                                <p:cTn id="37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0"/>
                            </p:stCondLst>
                            <p:childTnLst>
                              <p:par>
                                <p:cTn id="41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0"/>
                            </p:stCondLst>
                            <p:childTnLst>
                              <p:par>
                                <p:cTn id="45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0"/>
                            </p:stCondLst>
                            <p:childTnLst>
                              <p:par>
                                <p:cTn id="49" presetID="6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1000"/>
                            </p:stCondLst>
                            <p:childTnLst>
                              <p:par>
                                <p:cTn id="53" presetID="6" presetClass="entr" presetSubtype="16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8000"/>
                            </p:stCondLst>
                            <p:childTnLst>
                              <p:par>
                                <p:cTn id="57" presetID="6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2000"/>
                            </p:stCondLst>
                            <p:childTnLst>
                              <p:par>
                                <p:cTn id="61" presetID="6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0"/>
                            </p:stCondLst>
                            <p:childTnLst>
                              <p:par>
                                <p:cTn id="65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41" y="295691"/>
            <a:ext cx="4889214" cy="27904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083" y="295691"/>
            <a:ext cx="5327148" cy="2790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156" y="3686591"/>
            <a:ext cx="5589003" cy="27904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656" y="305632"/>
            <a:ext cx="3408444" cy="4369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385" y="4267278"/>
            <a:ext cx="1771429" cy="1257143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338293" y="3677820"/>
            <a:ext cx="5252309" cy="2799181"/>
            <a:chOff x="338293" y="3677820"/>
            <a:chExt cx="5252309" cy="279918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8293" y="3677820"/>
              <a:ext cx="5252309" cy="2799181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2990" y="4233789"/>
              <a:ext cx="1542857" cy="1152381"/>
            </a:xfrm>
            <a:prstGeom prst="rect">
              <a:avLst/>
            </a:prstGeom>
          </p:spPr>
        </p:pic>
      </p:grp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>
            <a:off x="9067657" y="3086101"/>
            <a:ext cx="1" cy="60049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682944" y="3086101"/>
            <a:ext cx="1" cy="60049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848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57150"/>
            <a:ext cx="1177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Cách Tạo Một API bằng Ngôn ngữ PHP</a:t>
            </a:r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390650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5900" y="1415475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API.php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36" y="2281505"/>
            <a:ext cx="10771428" cy="4276190"/>
          </a:xfrm>
          <a:prstGeom prst="rect">
            <a:avLst/>
          </a:prstGeom>
        </p:spPr>
      </p:pic>
      <p:sp>
        <p:nvSpPr>
          <p:cNvPr id="7" name="Right Brace 6"/>
          <p:cNvSpPr/>
          <p:nvPr/>
        </p:nvSpPr>
        <p:spPr>
          <a:xfrm>
            <a:off x="3295650" y="1219200"/>
            <a:ext cx="171450" cy="890855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52850" y="1353919"/>
            <a:ext cx="154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Project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086" y="1281158"/>
            <a:ext cx="48142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 smtClean="0">
                <a:solidFill>
                  <a:srgbClr val="002060"/>
                </a:solidFill>
              </a:rPr>
              <a:t>Ví Dụ về phương thức GET</a:t>
            </a:r>
            <a:endParaRPr lang="en-US" sz="32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244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57150"/>
            <a:ext cx="1177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Demo Trên App Di Dộng.</a:t>
            </a:r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181557"/>
            <a:ext cx="6301464" cy="35428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4578" y="5018381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Link_API_1.php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81972" y="5509499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Link_API_2.php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5922" y="6094274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Link_API_3.php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239000" y="952500"/>
            <a:ext cx="11044" cy="59055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735694" y="1594844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GET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35694" y="281195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POST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735694" y="403487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PUT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735694" y="525779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DEL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780" y="1737732"/>
            <a:ext cx="1883598" cy="33486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353" y="1712424"/>
            <a:ext cx="1897833" cy="337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67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500"/>
                            </p:stCondLst>
                            <p:childTnLst>
                              <p:par>
                                <p:cTn id="40" presetID="2" presetClass="entr" presetSubtype="1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000"/>
                            </p:stCondLst>
                            <p:childTnLst>
                              <p:par>
                                <p:cTn id="4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500"/>
                            </p:stCondLst>
                            <p:childTnLst>
                              <p:par>
                                <p:cTn id="5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0"/>
                            </p:stCondLst>
                            <p:childTnLst>
                              <p:par>
                                <p:cTn id="5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57150"/>
            <a:ext cx="1177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Demo Trên Website.</a:t>
            </a:r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05" y="1181558"/>
            <a:ext cx="5075050" cy="28533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" y="4357641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Link_API_1.php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39794" y="4848759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Link_API_2.php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3744" y="5433534"/>
            <a:ext cx="308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accent6"/>
                </a:solidFill>
              </a:rPr>
              <a:t>Link_API_3.php</a:t>
            </a:r>
            <a:endParaRPr lang="en-US" sz="3200" dirty="0">
              <a:solidFill>
                <a:schemeClr val="accent6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984962" y="952500"/>
            <a:ext cx="11044" cy="59055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81656" y="1594844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GET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481656" y="281195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POST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1656" y="403487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PUT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81656" y="5257799"/>
            <a:ext cx="979556" cy="9795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DEL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06" y="1183162"/>
            <a:ext cx="5016598" cy="27985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05" y="4153731"/>
            <a:ext cx="6418783" cy="239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13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57150"/>
            <a:ext cx="1177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Tài Liệu &amp; Cám ơn.</a:t>
            </a:r>
            <a:endParaRPr lang="en-US" sz="4400" spc="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3450" y="1695450"/>
            <a:ext cx="10325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7030A0"/>
                </a:solidFill>
              </a:rPr>
              <a:t>API là gì ? </a:t>
            </a:r>
            <a:r>
              <a:rPr lang="en-US" sz="3600" dirty="0" smtClean="0">
                <a:solidFill>
                  <a:srgbClr val="7030A0"/>
                </a:solidFill>
                <a:sym typeface="Wingdings" panose="05000000000000000000" pitchFamily="2" charset="2"/>
              </a:rPr>
              <a:t> Vào</a:t>
            </a:r>
            <a:r>
              <a:rPr lang="en-US" sz="3600" dirty="0" smtClean="0">
                <a:solidFill>
                  <a:srgbClr val="7030A0"/>
                </a:solidFill>
              </a:rPr>
              <a:t> </a:t>
            </a:r>
            <a:r>
              <a:rPr lang="en-US" sz="3600" dirty="0" smtClean="0">
                <a:solidFill>
                  <a:srgbClr val="C00000"/>
                </a:solidFill>
                <a:hlinkClick r:id="rId2"/>
              </a:rPr>
              <a:t>Link</a:t>
            </a:r>
            <a:endParaRPr lang="en-US" sz="3600" dirty="0" smtClean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7030A0"/>
                </a:solidFill>
              </a:rPr>
              <a:t>Tạo API </a:t>
            </a:r>
            <a:r>
              <a:rPr lang="en-US" sz="3600" dirty="0">
                <a:solidFill>
                  <a:srgbClr val="7030A0"/>
                </a:solidFill>
              </a:rPr>
              <a:t>? </a:t>
            </a:r>
            <a:r>
              <a:rPr lang="en-US" sz="3600" dirty="0">
                <a:solidFill>
                  <a:srgbClr val="7030A0"/>
                </a:solidFill>
                <a:sym typeface="Wingdings" panose="05000000000000000000" pitchFamily="2" charset="2"/>
              </a:rPr>
              <a:t> Vào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>
                <a:solidFill>
                  <a:srgbClr val="7030A0"/>
                </a:solidFill>
                <a:hlinkClick r:id="rId3"/>
              </a:rPr>
              <a:t>Link</a:t>
            </a:r>
            <a:endParaRPr lang="en-US" sz="36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7030A0"/>
                </a:solidFill>
              </a:rPr>
              <a:t>Download project Android </a:t>
            </a:r>
            <a:r>
              <a:rPr lang="en-US" sz="3600" dirty="0">
                <a:solidFill>
                  <a:srgbClr val="7030A0"/>
                </a:solidFill>
              </a:rPr>
              <a:t>? </a:t>
            </a:r>
            <a:r>
              <a:rPr lang="en-US" sz="3600" dirty="0">
                <a:solidFill>
                  <a:srgbClr val="7030A0"/>
                </a:solidFill>
                <a:sym typeface="Wingdings" panose="05000000000000000000" pitchFamily="2" charset="2"/>
              </a:rPr>
              <a:t> Vào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>
                <a:solidFill>
                  <a:srgbClr val="7030A0"/>
                </a:solidFill>
                <a:hlinkClick r:id="rId4"/>
              </a:rPr>
              <a:t>Link</a:t>
            </a:r>
            <a:endParaRPr lang="en-US" sz="36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 smtClean="0">
                <a:solidFill>
                  <a:srgbClr val="7030A0"/>
                </a:solidFill>
              </a:rPr>
              <a:t>Download project Website </a:t>
            </a:r>
            <a:r>
              <a:rPr lang="en-US" sz="3600" dirty="0">
                <a:solidFill>
                  <a:srgbClr val="7030A0"/>
                </a:solidFill>
              </a:rPr>
              <a:t>? </a:t>
            </a:r>
            <a:r>
              <a:rPr lang="en-US" sz="3600" dirty="0">
                <a:solidFill>
                  <a:srgbClr val="7030A0"/>
                </a:solidFill>
                <a:sym typeface="Wingdings" panose="05000000000000000000" pitchFamily="2" charset="2"/>
              </a:rPr>
              <a:t> Vào</a:t>
            </a:r>
            <a:r>
              <a:rPr lang="en-US" sz="3600" dirty="0">
                <a:solidFill>
                  <a:srgbClr val="7030A0"/>
                </a:solidFill>
              </a:rPr>
              <a:t> </a:t>
            </a:r>
            <a:r>
              <a:rPr lang="en-US" sz="3600" dirty="0" smtClean="0">
                <a:solidFill>
                  <a:srgbClr val="7030A0"/>
                </a:solidFill>
                <a:hlinkClick r:id="rId5"/>
              </a:rPr>
              <a:t>Link</a:t>
            </a:r>
            <a:endParaRPr lang="en-US" sz="3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17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295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Oprekin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Viet-SacLo</dc:creator>
  <cp:lastModifiedBy>Viet-SacLo</cp:lastModifiedBy>
  <cp:revision>33</cp:revision>
  <dcterms:created xsi:type="dcterms:W3CDTF">2020-05-07T02:51:29Z</dcterms:created>
  <dcterms:modified xsi:type="dcterms:W3CDTF">2020-05-10T07:14:08Z</dcterms:modified>
</cp:coreProperties>
</file>